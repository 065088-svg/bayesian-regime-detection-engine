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Log-likelihood improves with more states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Log-likelihood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k=3</c:v>
                  </c:pt>
                  <c:pt idx="1">
                    <c:v>k=5</c:v>
                  </c:pt>
                  <c:pt idx="2">
                    <c:v>k=7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9252.3</c:v>
                </c:pt>
                <c:pt idx="1">
                  <c:v>9253.3</c:v>
                </c:pt>
                <c:pt idx="2">
                  <c:v>10897.7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Ensemble member weights (independent label)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BMA weight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HMM</c:v>
                  </c:pt>
                  <c:pt idx="1">
                    <c:v>MC-Dropout</c:v>
                  </c:pt>
                  <c:pt idx="2">
                    <c:v>DeepEnsemble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Stacking weight</c:v>
                </c:pt>
              </c:strCache>
            </c:strRef>
          </c:tx>
          <c:spPr>
            <a:solidFill>
              <a:srgbClr val="C9A8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HMM</c:v>
                  </c:pt>
                  <c:pt idx="1">
                    <c:v>MC-Dropout</c:v>
                  </c:pt>
                  <c:pt idx="2">
                    <c:v>DeepEnsemble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0.137</c:v>
                </c:pt>
                <c:pt idx="1">
                  <c:v>0.442</c:v>
                </c:pt>
                <c:pt idx="2">
                  <c:v>0.421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WAIC-proxy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BMA</c:v>
                  </c:pt>
                  <c:pt idx="1">
                    <c:v>Stack</c:v>
                  </c:pt>
                  <c:pt idx="2">
                    <c:v>MC-Dropout</c:v>
                  </c:pt>
                  <c:pt idx="3">
                    <c:v>DeepEnsemble</c:v>
                  </c:pt>
                  <c:pt idx="4">
                    <c:v>HMM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986.1</c:v>
                </c:pt>
                <c:pt idx="1">
                  <c:v>1288.7</c:v>
                </c:pt>
                <c:pt idx="2">
                  <c:v>1986.1</c:v>
                </c:pt>
                <c:pt idx="3">
                  <c:v>7119.4</c:v>
                </c:pt>
                <c:pt idx="4">
                  <c:v>12735.9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Regime Detection Engine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Equity Direction Forecasting  |  Zetheta Algorithms Financial Data Analyst Assessment  |  Core Build, 10 Sept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Regime-conditioned HMM + Bayesian deep learning + conformal prediction,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ensembled into a real-time monitoring layer for Indian equities.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states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Risk-On to Risk-Off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417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→ BDL → VAR → Conformal → MC → Ensemble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90.9%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conformal coverage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90%)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1417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0.107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on independent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real data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747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working core build, not the full 6-deliverable submission.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engine, R codebase, validation pack, and this report all run end-to-end and produce real numbers. Not built: 18-slide deck video, live foundation models, real market data feed. See Slide 18 for the full honest gap list.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Regime Detection, Not Price Prediction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equity markets don't move randomly — they cycle through persistent behavioral regimes </a:t>
            </a:r>
            <a:pPr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(risk-on rallies, late-cycle euphoria, transitional chop, post-shock drawdowns, risk-off flight).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(which regime we're in) is more learnable than magnitude (exact price)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FII/DII flows, SIP behavior, and volatility structure all shift discretely by regime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allocation-tilt overlay only needs the regime call + a calibrated confidence — not a point forecast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97680" cy="457200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bet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19456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well-calibrated P(regime) is more decision-useful to an investment committee than an uncalibrated point forecast of next week's Nifty level.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Five-State Regime Taxonomy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34440" y="1371600"/>
            <a:ext cx="914400" cy="9144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Broad-based rally, low VIX, strong FII buying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20440" y="1371600"/>
            <a:ext cx="914400" cy="914400"/>
          </a:xfrm>
          <a:prstGeom prst="ellipse">
            <a:avLst/>
          </a:prstGeom>
          <a:solidFill>
            <a:srgbClr val="7EC8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34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Late-Cycle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926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gains, narrowing breadth, valuation stretch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914400" cy="91440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926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Choppy, directionless, elevated vol-of-vol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371600"/>
            <a:ext cx="914400" cy="914400"/>
          </a:xfrm>
          <a:prstGeom prst="ellipse">
            <a:avLst/>
          </a:prstGeom>
          <a:solidFill>
            <a:srgbClr val="E35D5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Post-Shock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926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drawdown just occurred, DII stepping 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378440" y="1371600"/>
            <a:ext cx="914400" cy="914400"/>
          </a:xfrm>
          <a:prstGeom prst="ellipse">
            <a:avLst/>
          </a:prstGeom>
          <a:solidFill>
            <a:srgbClr val="8A4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92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Risk-Off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2926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de-risking, FII outflows, INR under pressure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labels are assigned post-hoc by ranking fitted HMM states on mean return — the label order is stable across refits even though raw state indices are arbitrary.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37744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 Nifty prices)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03120" y="237744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334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0312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 signals)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49040" y="237744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904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HMM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4960" y="237744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334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9496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RS-VAR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DL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0" y="237744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(BMA / Stacking)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0" y="237744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3344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195560" y="2377440"/>
            <a:ext cx="1554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332720" y="237744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3272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Artefacts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above is real, executed code (see repository map). Foundation-model embeddings (Chronos/TimesFM) are architected as an additional input to the Bayesian DL stage but not wired in — no network path to Hugging Face from this build environment.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 — Real Prices, Synthetic Auxiliaries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Nifty 50 price series is now REAL market history (2007-2026, spot-checked against the documented record). VIX, FII/DII, INR, and Gilt remain synthetic — no real public source found for these from this sandbox.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Nifty 50 daily close, 2007-09-17 to 2026-04-13 (4,554 trading days) — covers all 4 crisis case studies with actual market history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this file's 2020 Covid-crash closing low is 7,610.25 on 2020-03-23, matching the widely-reported real Nifty low to the rupee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series (VIX, FII/DII, INR, Gilt) remain synthetic but are now regime-conditioned on the REAL price path, not independently simulated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28 Signals, Five Families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9728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/ Trend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3716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1d-252d momentum, MA20/50/200 distance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09728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2402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vol, vol-of-vol, VIX level/z/term proxy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09728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Cap-Segment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1089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Mid/small vs large spread, valuation z-score, breadth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09728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9776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FII/DII z-scores, SIP momentum, flow-balance ratio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09728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8463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momentum, Gilt level/change, real-rate proxy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(persistence landscapes) and sector-GNN embeddings are architecturally stubbed — they need multi-asset correlation tensors / a sector graph this build doesn't have populated.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HMM &amp; Bayesian HMM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Frequentist HMM (hmmlearn)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Gaussian HMM, diagonal covariance, fit by Baum-Welch/EM on 21-day return, 21-day realized vol, and VIX z-score.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model selection compared k=3, 5, 7 states.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ranked by mean return → stable regime labels.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HMM (conjugate posterior)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specifies PyMC/NUTS (2000 draws, 4 chains) — not installed in this sandbox (see Slide 18).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Substitute: exact Dirichlet posterior on transitions + Normal-Inverse-Gamma posterior on emissions. No MCMC needed — conjugacy is exact.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posterior draws → real 95% credible intervals.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95% credible-interval width across all transition-matrix cells: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1.16%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tight posterior estimates given ~4,300 days of (now real) data.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HMM Results — Model Selection &amp; Transitions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 by state count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029200" cy="16459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9,252.3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-18,303.7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9,253.3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-18,088.2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10,897.7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-21,092.6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durations (avg trading days, fitted 5-state model)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5029200" cy="237744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Post-Shock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035040" y="128016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035040" y="420624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Risk-On/Late-Cycle/Transitional all collapse to ~1-day duration on real data — this HMM detects stress regimes (Post-Shock, Risk-Off) well but discriminates calm regimes poorly (see Slide 18).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Regime-Switching VAR &amp; Bayesian Deep Learning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Regime-Switching VAR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VAR(1) over 6 variables (return, vol, breadth, FII flow, INR, Gilt), fit separately per HMM-labeled regime.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uncertainty via 100-200 draw residual bootstrap.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FII-outflow shock decays markedly slower in Risk-Off than Risk-On (impulse response).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Deep Learning (numpy, no torch)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MLP — T=30 stochastic forward passes at inference.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MLP — mean-field Bayes-by-Backprop weight posteriors.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 — M=6-10 independently initialized members.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decompose uncertainty into epistemic + aleatoric.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torch/PyMC installs were skipped for sandbox time budget — every model above is hand-rolled from first principles, not a stub.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Prediction &amp; Sequential Inference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calibration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Split-conformal + Adaptive Prediction Sets (APS), target α=0.10.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Adaptive Conformal Inference (ACI) self-corrects coverage under regime shift.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diagrams + Expected Calibration Error (ECE).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(online) inference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particle filter (2,000 particles) tracks regime state in real time.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Online Changepoint Detection (BOCPD) flags regime breaks day-by-day.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 vs batch HMM: 89.2% agreement on last 500 days.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4E5"/>
          </a:solidFill>
          <a:ln w="12700">
            <a:solidFill>
              <a:srgbClr val="C9A8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flag: split-conformal empirical coverage came in at 86.9% against a 90% target on the primary ensemble path — below nominal, needs investigation before operational use (Slide 18).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Ensembling Design — Fixed: Independent Ground-Truth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46304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this pass: 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now train/evaluate against a rules-based label independent of the HMM (21.9% agreement with HMM — confirms independence).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 now collapses onto MC-Dropout instead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winner-take-all mechanic as before, different winner — MC-Dropout was trained directly on the label, HMM wasn't).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remains the deployable choice: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/ 44% / 42% — meaningful weight on all three members.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circularity surfaced a more honest calibration number: ECE is 0.107 on real data once evaluated against the independent label (vs 0.058 on synthetic data) — the old setup was masking real miscalibration.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Independent-Label WAIC-Style Proxy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1064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scores far worse here by construction — it's a fully unsupervised model being scored against a label it never saw, while MC-Dropout/DeepEnsemble were trained directly on it. Not "deep learning beats HMM"; more precisely, "supervised models dominate at reproducing a target they were shown."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Evidence</a:t>
            </a:r>
            <a:endParaRPr lang="en-US" sz="2800" dirty="0"/>
          </a:p>
        </p:txBody>
      </p:sp>
      <p:pic>
        <p:nvPicPr>
          <p:cNvPr id="3" name="Image 0" descr="reliability_diagram_h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206240" cy="42062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71600"/>
          <a:ext cx="6400800" cy="2926080"/>
        </p:xfrm>
        <a:graphic>
          <a:graphicData uri="http://schemas.openxmlformats.org/drawingml/2006/table">
            <a:tbl>
              <a:tblPr/>
              <a:tblGrid>
                <a:gridCol w="3840480"/>
                <a:gridCol w="25603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BMA (MC-Dropout-weighted)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coverage (target 90%)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Calibration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conformal set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split-conformal 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212080" y="4572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ensemble (now trained on an independent label, not the HMM's own output) still undershoots its 90% coverage target, though less severely than before the fix. The independent R split-conformal classifier exceeds it. This divergence itself is useful diagnostic signal, not just two numbers to average.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Risk &amp; Allocation-Tilt Backtest (Real Data)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63-day Monte Carlo (3,000 paths)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463040"/>
          </a:xfrm>
          <a:prstGeom prst="roundRect">
            <a:avLst>
              <a:gd name="adj" fmla="val 375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VaR: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   </a:t>
            </a:r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CVaR: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29.6%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at current (2026-04-13) regime call: Post-Shock — real market conditions at the end of the data's real-price coverage window.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Allocation-tilt overlay vs. buy-and-hold (2019-2024)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737360"/>
          <a:ext cx="539496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Buy-hold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126480" y="37490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2019-2024 data (incl. the actual 2020 crash): the overlay outperforms on both CAGR and drawdown — a positive IR, flipped from negative on the earlier synthetic-data run.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— Scenario Replay on Real Market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 GFC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3716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Post-Shock, 100% of days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-25.2% real window P&amp;L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 Taper Tantrum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146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Risk-Off, 74.3% of days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514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-3.3% real window P&amp;L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96012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6576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 Covid Crash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6576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Post-Shock, 100% of days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-17.6% real window P&amp;L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8006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Election/Budget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80060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Post-Shock, 52.8% of days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4800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 real window P&amp;L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episodes now replay against REAL Nifty 50 price history (previously synthetic). 2008 has a result for the first time — the prior synthetic panel started in 2010, after this crisis.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Cross-Language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actually built in 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Gaussian HMM (Baum-Welch/EM, base 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regression via MCMCpack (Gibbs sampler) + coda diagnostics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BOCPD (same algorithm as Python)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split-conformal classifier (multinomial logit)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394960" cy="201168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split-conformal 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HMM vs Python HMM agreement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 (after fix!)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Geweke diagnostic (MCMCpack)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params within ±2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4E5"/>
          </a:solidFill>
          <a:ln w="12700">
            <a:solidFill>
              <a:srgbClr val="C9A8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sets were aligned this pass (both now use returns+vol+VIX on real data) — agreement got WORSE (25.7%→2.8%). Two independent EM fits found genuinely different local optima on the same features, not just a feature mismatch.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 List &amp;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ensemble ground-truth was circular — now independent (rules-based label, real data, 21.9% agreement with HMM)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(mostly): core Nifty price data is now REAL (2007-2026) — auxiliary series (VIX, FII/DII, INR, Gilt) remain synthetic, no real source found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flips real results: HMM converges cleanly, backtest IR flipped positive (+0.071), all 4 case studies now have real P&amp;L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PyMC/NUTS — conjugate posteriors used instead (no R-hat/ESS by construction; R's MCMCpack model does have real diagnostics)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foundation models (Chronos/TimesFM) — no Hugging Face access in this sandbox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feature alignment made R/Python HMM agreement WORSE (25.7%→2.8%) — revealed EM local-optima instability, a deeper issue than feature mismatch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built: demo video (full script provided instead), GitHub repo transfer — outside this tool's capability / requires account owner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 auxiliary series (VIX/FII/DII/Gilt) to replace the remaining synthetic inputs, then a matched-initialization R/Python HMM reconciliation.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2026-09-13T20:28:57Z</dcterms:created>
  <dcterms:modified xsi:type="dcterms:W3CDTF">2026-09-13T20:28:57Z</dcterms:modified>
</cp:coreProperties>
</file>